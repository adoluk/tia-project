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F28410-B06A-4FC4-8994-2B3259C4F0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sk-S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0D7B19-58F3-4F6A-97AC-9AC962A74C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EDA0EB-0B4C-41D2-9BF0-500AE9A6F7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BB1F82-CB52-4478-8EE8-CC2C7AD7A1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00EA1-B248-4498-B164-D405AA7A1D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sk-S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4A1DB-14E8-43FD-9B94-DA8B356E53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641077-7326-47D5-8CD4-608DABD9D3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00825-8640-4D00-A5C7-1437DD9B8E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3872B5-A9F2-400C-8171-0167753AA0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695663-1A00-4562-B1DA-CF884ED451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EFE071-D34A-4516-89C0-74B24BA0C3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E02FAF-5441-406A-A244-E86B1F265D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6A27FE-7C1E-4A1A-A9C6-70777B66E9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sk-S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8BE71C-EFAC-4E32-B3D6-8810C1A2C6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931559-E55F-4E47-9A45-7DFA370611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51D4A3-0B00-4056-B23B-FEA97C5A46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6BCB5-AE6E-4A25-B0EB-6F9A44DF56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sk-S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0571B0-9823-4553-964B-D03CB64A6D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6488F6-B40C-48B3-96DA-2F7A4884BC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847FD9-9540-4282-9AA2-7B42FB7F0A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2E9CAF-D594-475F-98A3-8A5A7B93AC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F7291F-11BC-45AE-BAE1-5FC43485D7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D50D0F-5071-46A1-AC48-05B78450BB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CB98FF-5227-4EA9-82E4-2121767817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2C3856-092E-43FF-8675-00A26EBAEA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sk-S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880AA0-EF94-4127-B5BA-1D371181A2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9789768-4D25-40EF-BA69-5A2A217C42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CC94F56-F1DC-459B-BE99-1068263A2A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E08F683-506F-4D6A-BCE4-CDFDF1ACFC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sk-S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F3C42C5-C768-4CF4-B513-2F4955E4B6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DF248C8-D29D-4630-AE54-080D973765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CE3AEEB-EE2A-4734-9DBA-182F2CE3DC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B74F2C-14D6-415D-B55A-E824E1C7C2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EE98DCC-CCA6-41B4-9654-F7425627E6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916824C-CC3F-4A3A-947F-5370672AE8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8D33464-6714-49E1-A017-9BA492D289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sk-S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&lt;dátum/čas&gt;</a:t>
            </a:r>
            <a:endParaRPr b="0" lang="sk-S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sk-S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sk-SK" sz="1400" spc="-1" strike="noStrike">
                <a:solidFill>
                  <a:srgbClr val="000000"/>
                </a:solidFill>
                <a:latin typeface="Times New Roman"/>
              </a:rPr>
              <a:t>&lt;päta&gt;</a:t>
            </a:r>
            <a:endParaRPr b="0" lang="sk-S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5CE35C-8151-495F-AD1A-97A41F0844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&lt;číslo&gt;</a:t>
            </a:fld>
            <a:endParaRPr b="0" lang="sk-S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Kliknúť na úpravu formátu textu osnovy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Druhá úroveň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Tretia úroveň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Štvrtá úroveň osnovy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Piata úroveň osnovy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Šiesta úroveň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Siedma úroveň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&lt;dátum/čas&gt;</a:t>
            </a:r>
            <a:endParaRPr b="0" lang="sk-S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sk-S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sk-SK" sz="1400" spc="-1" strike="noStrike">
                <a:solidFill>
                  <a:srgbClr val="000000"/>
                </a:solidFill>
                <a:latin typeface="Times New Roman"/>
              </a:rPr>
              <a:t>&lt;päta&gt;</a:t>
            </a:r>
            <a:endParaRPr b="0" lang="sk-S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741AB3-5286-498E-8467-80B2D9F7763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&lt;číslo&gt;</a:t>
            </a:fld>
            <a:endParaRPr b="0" lang="sk-S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&lt;dátum/čas&gt;</a:t>
            </a:r>
            <a:endParaRPr b="0" lang="sk-S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sk-S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sk-SK" sz="1400" spc="-1" strike="noStrike">
                <a:solidFill>
                  <a:srgbClr val="000000"/>
                </a:solidFill>
                <a:latin typeface="Times New Roman"/>
              </a:rPr>
              <a:t>&lt;päta&gt;</a:t>
            </a:r>
            <a:endParaRPr b="0" lang="sk-S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EBEEE2-4B28-4A3B-B091-A1627D175C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&lt;číslo&gt;</a:t>
            </a:fld>
            <a:endParaRPr b="0" lang="sk-S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Kliknúť na úpravu formátu textu osnovy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Druhá úroveň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Tretia úroveň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Štvrtá úroveň osnovy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Piata úroveň osnovy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Šiesta úroveň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Siedma úroveň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tia-project-5lqg.onrender.com/" TargetMode="External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0f0f0"/>
                </a:solidFill>
                <a:latin typeface="Calibri"/>
              </a:rPr>
              <a:t>TIA-project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sk-SK" sz="3200" spc="-1" strike="noStrike">
                <a:solidFill>
                  <a:srgbClr val="f0f0f0"/>
                </a:solidFill>
                <a:latin typeface="Calibri"/>
              </a:rPr>
              <a:t>Plánovač programu</a:t>
            </a:r>
            <a:r>
              <a:rPr b="0" lang="en-US" sz="3200" spc="-1" strike="noStrike">
                <a:solidFill>
                  <a:srgbClr val="f0f0f0"/>
                </a:solidFill>
                <a:latin typeface="Calibri"/>
              </a:rPr>
              <a:t> - Final</a:t>
            </a:r>
            <a:endParaRPr b="0" lang="sk-SK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7338240" y="6321960"/>
            <a:ext cx="2212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Andrej Lukáčik</a:t>
            </a:r>
            <a:endParaRPr b="0" lang="sk-SK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0f0f0"/>
                </a:solidFill>
                <a:latin typeface="Calibri"/>
              </a:rPr>
              <a:t>O projekte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4442400"/>
            <a:ext cx="8229240" cy="17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dcdcdc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</a:rPr>
              <a:t>Webová aplikácia pre organizácie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dcdcdc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</a:rPr>
              <a:t>Určená na plánovanie väčších eventov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dcdcdc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</a:rPr>
              <a:t>Rozdeľuje</a:t>
            </a:r>
            <a:r>
              <a:rPr b="0" lang="en-US" sz="1800" spc="-1" strike="noStrike">
                <a:solidFill>
                  <a:srgbClr val="dcdcdc"/>
                </a:solidFill>
                <a:latin typeface="Calibri"/>
              </a:rPr>
              <a:t> plánovanie programu a úlohy medzi členov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dcdcdc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</a:rPr>
              <a:t>Zlepšuje prehľadnosť a koordináciu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8" name="Picture 3" descr="How to Establish a Great Company Culture in a Hybrid Work Environment ..."/>
          <p:cNvPicPr/>
          <p:nvPr/>
        </p:nvPicPr>
        <p:blipFill>
          <a:blip r:embed="rId1"/>
          <a:stretch/>
        </p:blipFill>
        <p:spPr>
          <a:xfrm>
            <a:off x="3777120" y="1627920"/>
            <a:ext cx="4277160" cy="240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1696680" y="274320"/>
            <a:ext cx="5749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0f0f0"/>
                </a:solidFill>
                <a:latin typeface="Calibri"/>
              </a:rPr>
              <a:t>Príklad použitia – letný tábor FMFI UK</a:t>
            </a:r>
            <a:endParaRPr b="0" lang="sk-SK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ounded Rectangle 3"/>
          <p:cNvSpPr/>
          <p:nvPr/>
        </p:nvSpPr>
        <p:spPr>
          <a:xfrm>
            <a:off x="1167840" y="1828800"/>
            <a:ext cx="1919880" cy="1188360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6e6"/>
                </a:solidFill>
                <a:latin typeface="Calibri"/>
              </a:rPr>
              <a:t>FMFI UK chce zorganizovať</a:t>
            </a:r>
            <a:endParaRPr b="0" lang="sk-SK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letný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</a:rPr>
              <a:t> tábor</a:t>
            </a:r>
            <a:endParaRPr b="0" lang="sk-SK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ounded Rectangle 4"/>
          <p:cNvSpPr/>
          <p:nvPr/>
        </p:nvSpPr>
        <p:spPr>
          <a:xfrm>
            <a:off x="4032720" y="1828800"/>
            <a:ext cx="1919880" cy="1188360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6e6"/>
                </a:solidFill>
                <a:latin typeface="Calibri"/>
              </a:rPr>
              <a:t>Veľa študentov</a:t>
            </a:r>
            <a:endParaRPr b="0" lang="sk-SK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(dobrovoľníkov)</a:t>
            </a:r>
            <a:endParaRPr b="0" lang="sk-SK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ounded Rectangle 5"/>
          <p:cNvSpPr/>
          <p:nvPr/>
        </p:nvSpPr>
        <p:spPr>
          <a:xfrm>
            <a:off x="6578640" y="3229200"/>
            <a:ext cx="1919880" cy="1188360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6e6"/>
                </a:solidFill>
                <a:latin typeface="Calibri"/>
              </a:rPr>
              <a:t>Použitie webovej</a:t>
            </a:r>
            <a:endParaRPr b="0" lang="sk-SK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aplikácie</a:t>
            </a:r>
            <a:endParaRPr b="0" lang="sk-SK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ounded Rectangle 6"/>
          <p:cNvSpPr/>
          <p:nvPr/>
        </p:nvSpPr>
        <p:spPr>
          <a:xfrm>
            <a:off x="4037760" y="4650120"/>
            <a:ext cx="1919880" cy="1188360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6e6"/>
                </a:solidFill>
                <a:latin typeface="Calibri"/>
              </a:rPr>
              <a:t>Rozdelenie plánovania programu 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</a:rPr>
              <a:t>do menších tímov</a:t>
            </a:r>
            <a:endParaRPr b="0" lang="sk-SK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ounded Rectangle 7"/>
          <p:cNvSpPr/>
          <p:nvPr/>
        </p:nvSpPr>
        <p:spPr>
          <a:xfrm>
            <a:off x="1167480" y="4650120"/>
            <a:ext cx="1919880" cy="1188360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6e6"/>
                </a:solidFill>
                <a:latin typeface="Calibri"/>
              </a:rPr>
              <a:t>Jednoduchá a 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efektívna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</a:rPr>
              <a:t> organizácia</a:t>
            </a:r>
            <a:endParaRPr b="0" lang="sk-SK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6" name="Connector 8"/>
          <p:cNvCxnSpPr/>
          <p:nvPr/>
        </p:nvCxnSpPr>
        <p:spPr>
          <a:xfrm>
            <a:off x="2377440" y="0"/>
            <a:ext cx="1832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cxnSp>
        <p:nvCxnSpPr>
          <p:cNvPr id="137" name="Connector 9"/>
          <p:cNvCxnSpPr/>
          <p:nvPr/>
        </p:nvCxnSpPr>
        <p:spPr>
          <a:xfrm>
            <a:off x="4480560" y="0"/>
            <a:ext cx="1832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cxnSp>
        <p:nvCxnSpPr>
          <p:cNvPr id="138" name="Connector 10"/>
          <p:cNvCxnSpPr/>
          <p:nvPr/>
        </p:nvCxnSpPr>
        <p:spPr>
          <a:xfrm>
            <a:off x="6583680" y="0"/>
            <a:ext cx="1832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cxnSp>
        <p:nvCxnSpPr>
          <p:cNvPr id="139" name="Connector 11"/>
          <p:cNvCxnSpPr/>
          <p:nvPr/>
        </p:nvCxnSpPr>
        <p:spPr>
          <a:xfrm>
            <a:off x="8686800" y="0"/>
            <a:ext cx="1832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pic>
        <p:nvPicPr>
          <p:cNvPr id="140" name="Picture 12" descr="Johns Hopkins University Summer academic camp (Baltimore, USA) - apply ..."/>
          <p:cNvPicPr/>
          <p:nvPr/>
        </p:nvPicPr>
        <p:blipFill>
          <a:blip r:embed="rId1"/>
          <a:stretch/>
        </p:blipFill>
        <p:spPr>
          <a:xfrm>
            <a:off x="1738080" y="2864880"/>
            <a:ext cx="1661760" cy="112824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13" descr="Volunteer Leader Responsibilities, Skills, and Roles"/>
          <p:cNvPicPr/>
          <p:nvPr/>
        </p:nvPicPr>
        <p:blipFill>
          <a:blip r:embed="rId2"/>
          <a:stretch/>
        </p:blipFill>
        <p:spPr>
          <a:xfrm>
            <a:off x="4569840" y="2864880"/>
            <a:ext cx="1568880" cy="1107720"/>
          </a:xfrm>
          <a:prstGeom prst="rect">
            <a:avLst/>
          </a:prstGeom>
          <a:ln w="0">
            <a:noFill/>
          </a:ln>
        </p:spPr>
      </p:pic>
      <p:cxnSp>
        <p:nvCxnSpPr>
          <p:cNvPr id="142" name="Straight Arrow Connector 14"/>
          <p:cNvCxnSpPr/>
          <p:nvPr/>
        </p:nvCxnSpPr>
        <p:spPr>
          <a:xfrm>
            <a:off x="3095280" y="2467080"/>
            <a:ext cx="935280" cy="864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triangle" w="med"/>
          </a:ln>
        </p:spPr>
      </p:cxnSp>
      <p:cxnSp>
        <p:nvCxnSpPr>
          <p:cNvPr id="143" name="Straight Arrow Connector 15"/>
          <p:cNvCxnSpPr/>
          <p:nvPr/>
        </p:nvCxnSpPr>
        <p:spPr>
          <a:xfrm>
            <a:off x="5977080" y="2465640"/>
            <a:ext cx="925200" cy="71928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triangle" w="med"/>
          </a:ln>
        </p:spPr>
      </p:cxnSp>
      <p:cxnSp>
        <p:nvCxnSpPr>
          <p:cNvPr id="144" name="Straight Arrow Connector 16"/>
          <p:cNvCxnSpPr/>
          <p:nvPr/>
        </p:nvCxnSpPr>
        <p:spPr>
          <a:xfrm flipH="1">
            <a:off x="5933880" y="4442760"/>
            <a:ext cx="1063080" cy="7707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triangle" w="med"/>
          </a:ln>
        </p:spPr>
      </p:cxnSp>
      <p:cxnSp>
        <p:nvCxnSpPr>
          <p:cNvPr id="145" name="Straight Arrow Connector 17"/>
          <p:cNvCxnSpPr/>
          <p:nvPr/>
        </p:nvCxnSpPr>
        <p:spPr>
          <a:xfrm flipH="1" flipV="1">
            <a:off x="3040200" y="5305680"/>
            <a:ext cx="1032480" cy="3348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triangle" w="med"/>
          </a:ln>
        </p:spPr>
      </p:cxnSp>
      <p:pic>
        <p:nvPicPr>
          <p:cNvPr id="146" name="Picture 19" descr="Premium Vector | Happy Emoji Emoticon Winking and Showing Thumb Up Like ..."/>
          <p:cNvPicPr/>
          <p:nvPr/>
        </p:nvPicPr>
        <p:blipFill>
          <a:blip r:embed="rId3"/>
          <a:stretch/>
        </p:blipFill>
        <p:spPr>
          <a:xfrm>
            <a:off x="2026440" y="5630760"/>
            <a:ext cx="1373400" cy="99180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20" descr="27 Best Software Development Tools Reviewed For 2026"/>
          <p:cNvPicPr/>
          <p:nvPr/>
        </p:nvPicPr>
        <p:blipFill>
          <a:blip r:embed="rId4"/>
          <a:stretch/>
        </p:blipFill>
        <p:spPr>
          <a:xfrm>
            <a:off x="7535520" y="4114440"/>
            <a:ext cx="1105560" cy="115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0f0f0"/>
                </a:solidFill>
                <a:latin typeface="Calibri"/>
              </a:rPr>
              <a:t>Zhodnotenie práce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864000" indent="0" defTabSz="457200">
              <a:spcBef>
                <a:spcPts val="1134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</a:rPr>
              <a:t>Projekt vie byť časovo náročný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</a:rPr>
              <a:t>Viac krat zameškané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Po Beta verzii ľahšie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Osobne som venoval asi toľko času koľko som mohol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Občas som sa zasekol na detailoch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Samoštúdium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0f0f0"/>
                </a:solidFill>
                <a:latin typeface="Calibri"/>
              </a:rPr>
              <a:t>Stav projektu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dcdcdc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Projekt na</a:t>
            </a: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  <a:hlinkClick r:id="rId1"/>
              </a:rPr>
              <a:t> https://tia-project-5lqg.onrender.com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dcdcdc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Zatiaľ chýba priradzovanie blokov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dcdcdc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Trochu neuprataný kód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dcdcdc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Future work: </a:t>
            </a: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	</a:t>
            </a: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- prepoužívanie blokov/eventov (kopírovanie, šablóny),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0" defTabSz="457200">
              <a:spcBef>
                <a:spcPts val="567"/>
              </a:spcBef>
              <a:buNone/>
            </a:pPr>
            <a:r>
              <a:rPr b="0" lang="en-US" sz="1800" spc="-1" strike="noStrike">
                <a:solidFill>
                  <a:srgbClr val="dcdcdc"/>
                </a:solidFill>
                <a:latin typeface="Calibri"/>
                <a:ea typeface="Calibri"/>
              </a:rPr>
              <a:t>- (export eventu do tlačiteľnej podoby)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LibreOffice/7.6.2.1$Windows_X86_64 LibreOffice_project/56f7684011345957bbf33a7ee678afaf4d2ba333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sk-SK</dc:language>
  <cp:lastModifiedBy/>
  <dcterms:modified xsi:type="dcterms:W3CDTF">2026-05-11T10:16:17Z</dcterms:modified>
  <cp:revision>108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Prezentácia na obrazovke (4:3)</vt:lpwstr>
  </property>
  <property fmtid="{D5CDD505-2E9C-101B-9397-08002B2CF9AE}" pid="3" name="Slides">
    <vt:i4>6</vt:i4>
  </property>
</Properties>
</file>